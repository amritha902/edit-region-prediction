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12064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Data Science  ·  Review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Instruction-Guided Edit-Region Prediction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975104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where an instruction says to edit, at 1% of the parameters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45059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06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035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5478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25335" y="2651760"/>
            <a:ext cx="4389120" cy="18745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1" name="Text 9"/>
          <p:cNvSpPr/>
          <p:nvPr/>
        </p:nvSpPr>
        <p:spPr>
          <a:xfrm>
            <a:off x="7253935" y="2834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result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253935" y="3090672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0.1718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beats the human annotations the base paper trains on (0.1511)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insertion vs CLIPSeg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faster,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fewer trainable parameters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0" y="6400800"/>
            <a:ext cx="12191695" cy="10973"/>
          </a:xfrm>
          <a:prstGeom prst="rect">
            <a:avLst/>
          </a:prstGeom>
          <a:solidFill>
            <a:srgbClr val="DEDCD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editor must decide where to edit before it can edit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works on the drawing. Almost nobody measures the decision.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1363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must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existing object?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the jacket blue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jacket, not the person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a part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the cat on the left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instance, by position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but which?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hat on the 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space above his 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nothing is there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94760"/>
            <a:ext cx="10637215" cy="841248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68496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segmentation returns what a phrase denotes. For “put a hat on the man” the phrase denotes the man — the region that must change is above his head.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data-science problem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02352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benchmark scores a predicted edit region. We checked the base paper directly: the word “IoU” appears once, qualitatively. A 2026 paper whose headline contribution is a MaskPredictor never measures how well it localizes.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AdaptEdit — Edit Where You Mean  (arXiv:2604.23763, April 2026)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2026 work that trains a predictor to ground the edit region from the instruction.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5852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Qwen-Image-Edit DiT, 60 blocks — frozen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Adapters ×60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4.67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Encoder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MaskPredictor — FiLM query-grid decoder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19072"/>
            <a:ext cx="4419295" cy="205740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0" y="1901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stated limitation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2176272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3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“Geometry-changing edits with no localized source region (‘put a hat on the dog’ where the dog has no hat): the GT mask covers the new content’s location but there is no clean source signal to ‘protect’ outside it.”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3703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and cannot do with it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959352"/>
          <a:ext cx="106372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286000"/>
                <a:gridCol w="74340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or retrain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 frozen + 5.0 B trainable needs multi-GPU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 its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reports L1 / CLIP-I / DINO on edited images, never a mask 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 its formulation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the region from the instruction; compare on its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reimplement its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MaskPredictor head, at our scale, under matched conditions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supervision the field trains on is 9.1× too coarse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528 MagicBrush dev turns, against the region that actually changed.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1600200"/>
                <a:gridCol w="1828800"/>
                <a:gridCol w="1005840"/>
                <a:gridCol w="1188720"/>
                <a:gridCol w="1234440"/>
                <a:gridCol w="16733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actually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49040"/>
            <a:ext cx="10637215" cy="96012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50208"/>
            <a:ext cx="1005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96.7% — the annotations are correct.  Precision 15.8% — only a sixth of the annotated region actually changes. These are region-of-interest scribbles for an inpainting tool, not edit regions.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supervision is the opportunity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48072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MagicBrush’s real human before/after pairs but derive the target ourselves by CIE76 ΔE in L*a*b*. Where an object actually landed is a far tighter signal than where a human roughly brushed.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mechanism changed, and it is significant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71.75 M backbone + frozen CLIP + a 1.4 M trainable head.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190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Theirs — decode from learned queries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Upsample( ConvHead( CA(q = γ⊙Q + β,  k,v = φ(features)) ) ) 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16×16 query grid cross-attends to patchified features. Spatial structure is learned from scratch.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a coefficient field over an existing basis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0906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Σ cᵢ(x,y) · protoᵢ(x,y) + b 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43814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FastSAM already emits 32 prototype masks. Their coefficients normally come from a detection — which is why its output can only be an existing object. The instruction predicts them instead, as a 20×20 spatial field, so different regions use different mixtures.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20840" y="1719072"/>
            <a:ext cx="4693615" cy="214884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1901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head-to-head, matched conditions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76272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global coeff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spatial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949440" y="3456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inputs, data, loss, schedule and seeds.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vs global:  p = 0.0070  (12 seeds).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720840" y="4069080"/>
            <a:ext cx="4693615" cy="105156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4224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shared, not claimed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49440" y="44622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modulation and BCE + Dice are their design too — we reached the same choices independently.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cost, and where the win 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held-out dev samples · trained on 2,278 disjoint samples · 12 seeds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6" name="Image 0" descr="img/fron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00784"/>
            <a:ext cx="10637215" cy="37854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5760720"/>
            <a:ext cx="10051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0.1718 ± 0.0099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above the human masks (0.1511) and 93% of CLIPSeg (0.1849), at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108× fewer trainable parameters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9.7× lower latency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On insertion we beat CLIPSeg by 71%; the human masks still lead there.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Cost, controls, and how much headroom is left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5" name="Image 0" descr="img/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10637215" cy="3184795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57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amortises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 at N = 2 instructions on one image; 9.0× at N = 100, because the backbone runs once and each instruction costs 5.6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spatial field is significant (p = 0.0070); the geometric basis is not (p = 0.33 against a random control) and was 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Headroom is 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reach 44% / 50% / 42% of the least-squares ceiling — the bound on any coefficient predictor over this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CHECKED ON OURSELVES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survived an attempt to break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98448"/>
          <a:ext cx="106372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982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caught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Contamination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early headline trained on the evaluation split; retracted in the repository and re-run on disjoint shards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Selection-bias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choosing the best epoch by dev IoU had inverted the v1/v2 conclusion; selection moved to a held-out slice of train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Random-basis controls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proposed improvements — free-space and geometric bases — failed against noise and were dropped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 matching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was measured at 640 px against CLIPSeg’s 352 px; re-measured matched, 9.7× rather than 10.8×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consistency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headroom figure compared a train-set bound to a dev score; recomputed on dev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663440"/>
            <a:ext cx="10637215" cy="86868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7" name="Text 4"/>
          <p:cNvSpPr/>
          <p:nvPr/>
        </p:nvSpPr>
        <p:spPr>
          <a:xfrm>
            <a:off x="1069848" y="486460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claims were retracted and two proposed improvements rejected by their own controls. That is why the three results that remain are worth stating.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571500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limitation, not yet quantified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remove ceiling on dev rests on 32 samples and carries uncertainty the figure does not show.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months, and the bar each step must clear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61872"/>
          <a:ext cx="106372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4937760"/>
                <a:gridCol w="2313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Sep–Oct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51 MagicBrush shards (~8,800 turns); re-measure the scaling curve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0.1718 at 2,278 samples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Oct–Nov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Features, not heads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exp08/11 show the head is not the insertion bottleneck — test text-conditioned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random-basis control of equal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Nov–Dec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Editing and evaluation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mask-conditioned inpainting; collateral change outside the region — Review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CLIPSeg at 0.1849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7947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bar this project already holds itself to</a:t>
            </a:r>
            <a:endParaRPr lang="en-US" sz="10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050792"/>
          <a:ext cx="106372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0683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claim reports its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config scoring IoU 0.1429 with delta −0.0012 was a blob predictor ignoring the instruction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fix must beat its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free-space and geometric bases both lost to random noise and were 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split is disjoint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dev come from different shard files, never merged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 regenerates from the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train/figures.py reads only the committed result JSONs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77240" y="1499616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happy to take questions.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63347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8895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2278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71246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25335" y="2788920"/>
            <a:ext cx="4389120" cy="160020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0" name="Text 8"/>
          <p:cNvSpPr/>
          <p:nvPr/>
        </p:nvSpPr>
        <p:spPr>
          <a:xfrm>
            <a:off x="7253935" y="29718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reproduces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253935" y="32278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github.com/Amritha902/edit-region-prediction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experiments  ·  seeded  ·  runs on a MacBook Air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2026-09-12T02:57:21Z</dcterms:created>
  <dcterms:modified xsi:type="dcterms:W3CDTF">2026-09-12T02:57:21Z</dcterms:modified>
</cp:coreProperties>
</file>