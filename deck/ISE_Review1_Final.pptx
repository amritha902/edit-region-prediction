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PH3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PH4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PH5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PH6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PH6b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PH6c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PH7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PH8b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PH8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PH9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PH10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828800"/>
          </a:xfrm>
          <a:prstGeom prst="rect">
            <a:avLst/>
          </a:prstGeom>
          <a:solidFill>
            <a:srgbClr val="F6F5F2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512064"/>
            <a:ext cx="106372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8C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Foundations of Data Science  ·  Review 1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777240" y="822960"/>
            <a:ext cx="1063721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Instruction-Guided Edit-Region Prediction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777240" y="1975104"/>
            <a:ext cx="106372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Predicting where an instruction says to edit, at 1% of the parameters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777240" y="2450592"/>
            <a:ext cx="2926080" cy="12802"/>
          </a:xfrm>
          <a:prstGeom prst="rect">
            <a:avLst/>
          </a:prstGeom>
          <a:solidFill>
            <a:srgbClr val="8C3A1E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2706624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Amritha S</a:t>
            </a:r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23BEC1368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77240" y="3035808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Yugeshwaran P</a:t>
            </a:r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23BEC1404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77240" y="3547872"/>
            <a:ext cx="5669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  ·  Dr. Saranya M  (54783)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School of Electronics Engineering  ·  VIT Chennai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025335" y="2651760"/>
            <a:ext cx="4389120" cy="1874520"/>
          </a:xfrm>
          <a:prstGeom prst="rect">
            <a:avLst/>
          </a:prstGeom>
          <a:solidFill>
            <a:srgbClr val="EAF5EE"/>
          </a:solidFill>
          <a:ln/>
        </p:spPr>
      </p:sp>
      <p:sp>
        <p:nvSpPr>
          <p:cNvPr id="11" name="Text 9"/>
          <p:cNvSpPr/>
          <p:nvPr/>
        </p:nvSpPr>
        <p:spPr>
          <a:xfrm>
            <a:off x="7253935" y="2834640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1B7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Headline result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7253935" y="3090672"/>
            <a:ext cx="3931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b="1" dirty="0">
                <a:solidFill>
                  <a:srgbClr val="1B7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IoU 0.2065</a:t>
            </a:r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B7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beats CLIPSeg (0.1849) and the human annotations (0.1511)
</a:t>
            </a:r>
            <a:pPr indent="0" marL="0">
              <a:lnSpc>
                <a:spcPts val="1700"/>
              </a:lnSpc>
              <a:buNone/>
            </a:pPr>
            <a:r>
              <a:rPr lang="en-US" sz="1150" b="1" dirty="0">
                <a:solidFill>
                  <a:srgbClr val="1B7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+120%</a:t>
            </a:r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B7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on insertion vs CLIPSeg
</a:t>
            </a:r>
            <a:pPr indent="0" marL="0">
              <a:lnSpc>
                <a:spcPts val="1700"/>
              </a:lnSpc>
              <a:buNone/>
            </a:pPr>
            <a:r>
              <a:rPr lang="en-US" sz="1150" b="1" dirty="0">
                <a:solidFill>
                  <a:srgbClr val="1B7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10.3×</a:t>
            </a:r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B7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faster, </a:t>
            </a:r>
            <a:pPr indent="0" marL="0">
              <a:lnSpc>
                <a:spcPts val="1700"/>
              </a:lnSpc>
              <a:buNone/>
            </a:pPr>
            <a:r>
              <a:rPr lang="en-US" sz="1150" b="1" dirty="0">
                <a:solidFill>
                  <a:srgbClr val="1B7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32×</a:t>
            </a:r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B7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fewer trainable parameters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0" y="6400800"/>
            <a:ext cx="12191695" cy="10973"/>
          </a:xfrm>
          <a:prstGeom prst="rect">
            <a:avLst/>
          </a:prstGeom>
          <a:solidFill>
            <a:srgbClr val="DEDCD7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347472"/>
            <a:ext cx="106372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8C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585216"/>
            <a:ext cx="1063721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 editor must decide where to edit before it can edit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1115568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Everyone works on the drawing. Almost nobody measures the decision.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777240" y="1444752"/>
            <a:ext cx="10637215" cy="10973"/>
          </a:xfrm>
          <a:prstGeom prst="rect">
            <a:avLst/>
          </a:prstGeom>
          <a:solidFill>
            <a:srgbClr val="DEDCD7"/>
          </a:solidFill>
          <a:ln/>
        </p:spPr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719072"/>
          <a:ext cx="10637215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4206240"/>
                <a:gridCol w="3136392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Instruction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must change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 existing object?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make the jacket blue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jacket, not the person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— a part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remove the cat on the left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instance, by position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Yes, but which?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put a hat on the man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empty space above his head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— nothing is there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777240" y="3794760"/>
            <a:ext cx="10637215" cy="841248"/>
          </a:xfrm>
          <a:prstGeom prst="rect">
            <a:avLst/>
          </a:prstGeom>
          <a:solidFill>
            <a:srgbClr val="F6F5F2"/>
          </a:solidFill>
          <a:ln/>
        </p:spPr>
      </p:sp>
      <p:sp>
        <p:nvSpPr>
          <p:cNvPr id="8" name="Text 5"/>
          <p:cNvSpPr/>
          <p:nvPr/>
        </p:nvSpPr>
        <p:spPr>
          <a:xfrm>
            <a:off x="1069848" y="3968496"/>
            <a:ext cx="10051999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Referring segmentation returns what a phrase denotes. For “put a hat on the man” the phrase denotes the man — the region that must change is above his head.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777240" y="484632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8C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is a data-science problem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777240" y="5102352"/>
            <a:ext cx="106372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benchmark scores a predicted edit region. We checked the base paper directly: the word “IoU” appears once, qualitatively. A 2026 paper whose headline contribution is a MaskPredictor never measures how well it localizes.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347472"/>
            <a:ext cx="106372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8C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PAPER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585216"/>
            <a:ext cx="1063721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AdaptEdit — Edit Where You Mean  (arXiv:2604.23763, April 2026)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1115568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only 2026 work that trains a predictor to ground the edit region from the instruction.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777240" y="1444752"/>
            <a:ext cx="10637215" cy="10973"/>
          </a:xfrm>
          <a:prstGeom prst="rect">
            <a:avLst/>
          </a:prstGeom>
          <a:solidFill>
            <a:srgbClr val="DEDCD7"/>
          </a:solidFill>
          <a:ln/>
        </p:spPr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719072"/>
          <a:ext cx="585216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3931920"/>
                <a:gridCol w="146304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§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Component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Params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2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Qwen-Image-Edit DiT, 60 blocks — frozen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20.43 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Block Adapters ×60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4.67 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Condition Encoder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351 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SpatialGate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5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MaskPredictor — FiLM query-grid decoder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5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7.8 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5EE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6995160" y="1719072"/>
            <a:ext cx="4419295" cy="2057400"/>
          </a:xfrm>
          <a:prstGeom prst="rect">
            <a:avLst/>
          </a:prstGeom>
          <a:solidFill>
            <a:srgbClr val="FBEAEA"/>
          </a:solidFill>
          <a:ln/>
        </p:spPr>
      </p:sp>
      <p:sp>
        <p:nvSpPr>
          <p:cNvPr id="8" name="Text 5"/>
          <p:cNvSpPr/>
          <p:nvPr/>
        </p:nvSpPr>
        <p:spPr>
          <a:xfrm>
            <a:off x="7223760" y="1901952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A33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own stated limitation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7223760" y="2176272"/>
            <a:ext cx="393192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A33A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“Geometry-changing edits with no localized source region (‘put a hat on the dog’ where the dog has no hat): the GT mask covers the new content’s location but there is no clean source signal to ‘protect’ outside it.”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777240" y="3703320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8C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can and cannot do with it</a:t>
            </a:r>
            <a:endParaRPr lang="en-US" sz="1050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3959352"/>
          <a:ext cx="10637215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2286000"/>
                <a:gridCol w="7434072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Cannot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 or retrain it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20.43 B frozen + 5.0 B trainable needs multi-GPU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2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Cannot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reproduce its numbers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 reports L1 / CLIP-I / DINO on edited images, never a mask IoU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adopt its formulation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predict the region from the instruction; compare on its data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reimplement its mechanism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MaskPredictor head, at our scale, under matched conditions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347472"/>
            <a:ext cx="106372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8C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 1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585216"/>
            <a:ext cx="1063721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supervision the field trains on is 9.1× too coarse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1115568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528 MagicBrush dev turns, against the region that actually changed.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777240" y="1444752"/>
            <a:ext cx="10637215" cy="10973"/>
          </a:xfrm>
          <a:prstGeom prst="rect">
            <a:avLst/>
          </a:prstGeom>
          <a:solidFill>
            <a:srgbClr val="DEDCD7"/>
          </a:solidFill>
          <a:ln/>
        </p:spPr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719072"/>
          <a:ext cx="10637215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731520"/>
                <a:gridCol w="1600200"/>
                <a:gridCol w="1828800"/>
                <a:gridCol w="1005840"/>
                <a:gridCol w="1188720"/>
                <a:gridCol w="1234440"/>
                <a:gridCol w="1673352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edit type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human mask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actually changed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ratio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recall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precision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IoU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insert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60.0%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11.9×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97.8%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11.9%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modify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62.9%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11.2%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8.5×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96.5%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17.1%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remove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63.6%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8.9%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7.1×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96.2%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13.4%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5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5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62.4%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5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10.3%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5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9.1×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5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96.7%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5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15.8%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5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5EE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777240" y="3749040"/>
            <a:ext cx="10637215" cy="960120"/>
          </a:xfrm>
          <a:prstGeom prst="rect">
            <a:avLst/>
          </a:prstGeom>
          <a:solidFill>
            <a:srgbClr val="F6F5F2"/>
          </a:solidFill>
          <a:ln/>
        </p:spPr>
      </p:sp>
      <p:sp>
        <p:nvSpPr>
          <p:cNvPr id="8" name="Text 5"/>
          <p:cNvSpPr/>
          <p:nvPr/>
        </p:nvSpPr>
        <p:spPr>
          <a:xfrm>
            <a:off x="1069848" y="3950208"/>
            <a:ext cx="1005199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 96.7% — the annotations are correct.  Precision 15.8% — only a sixth of the annotated region actually changes. These are region-of-interest scribbles for an inpainting tool, not edit regions.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777240" y="4892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8C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the supervision is the opportunity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777240" y="5148072"/>
            <a:ext cx="106372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keep MagicBrush’s real human before/after pairs but derive the target ourselves by CIE76 ΔE in L*a*b*. Where an object actually landed is a far tighter signal than where a human roughly brushed.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347472"/>
            <a:ext cx="106372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8C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ARCHITECTURE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585216"/>
            <a:ext cx="1063721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mechanism changed, and it is significant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1115568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Frozen 71.75 M backbone + frozen CLIP + a 1.4 M trainable head.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777240" y="1444752"/>
            <a:ext cx="10637215" cy="10973"/>
          </a:xfrm>
          <a:prstGeom prst="rect">
            <a:avLst/>
          </a:prstGeom>
          <a:solidFill>
            <a:srgbClr val="DEDCD7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71907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8C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Theirs — decode from learned queries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777240" y="1956816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 = σ( Upsample( ConvHead( CA(q = γ⊙Q + β,  k,v = φ(features)) ) ) )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777240" y="22860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learned 16×16 query grid cross-attends to patchified features. Spatial structure is learned from scratch.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77240" y="2852928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1B7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Ours — a coefficient field over an existing basis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77240" y="3090672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7A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 = σ( Σ cᵢ(x,y) · protoᵢ(x,y) + b )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777240" y="3438144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FastSAM already emits 32 prototype masks. Their coefficients normally come from a detection — which is why its output can only be an existing object. The instruction predicts them instead, as a 20×20 spatial field, so different regions use different mixtures.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720840" y="1719072"/>
            <a:ext cx="4693615" cy="2148840"/>
          </a:xfrm>
          <a:prstGeom prst="rect">
            <a:avLst/>
          </a:prstGeom>
          <a:solidFill>
            <a:srgbClr val="EAF5EE"/>
          </a:solidFill>
          <a:ln/>
        </p:spPr>
      </p:sp>
      <p:sp>
        <p:nvSpPr>
          <p:cNvPr id="13" name="Text 11"/>
          <p:cNvSpPr/>
          <p:nvPr/>
        </p:nvSpPr>
        <p:spPr>
          <a:xfrm>
            <a:off x="6949440" y="190195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1B7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head-to-head, matched conditions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949440" y="2176272"/>
          <a:ext cx="402336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005840"/>
                <a:gridCol w="1188720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params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IoU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their mechanism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923 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0.1050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ours, global coeff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 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0.1907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ours, spatial field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5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 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5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0.2065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5EE"/>
                    </a:solidFill>
                  </a:tcPr>
                </a:tc>
              </a:tr>
            </a:tbl>
          </a:graphicData>
        </a:graphic>
      </p:graphicFrame>
      <p:sp>
        <p:nvSpPr>
          <p:cNvPr id="15" name="Text 12"/>
          <p:cNvSpPr/>
          <p:nvPr/>
        </p:nvSpPr>
        <p:spPr>
          <a:xfrm>
            <a:off x="6949440" y="3419856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1B7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Identical inputs, data, loss, schedule and seeds; 8,306 samples.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1B7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Spatial vs global:  p = 5.4e-06,  Cohen's d = 2.50  (12 seeds).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1B7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Their mechanism was measured at 2,278 only.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6720840" y="4069080"/>
            <a:ext cx="4693615" cy="1051560"/>
          </a:xfrm>
          <a:prstGeom prst="rect">
            <a:avLst/>
          </a:prstGeom>
          <a:solidFill>
            <a:srgbClr val="FBEAEA"/>
          </a:solidFill>
          <a:ln/>
        </p:spPr>
      </p:sp>
      <p:sp>
        <p:nvSpPr>
          <p:cNvPr id="17" name="Text 14"/>
          <p:cNvSpPr/>
          <p:nvPr/>
        </p:nvSpPr>
        <p:spPr>
          <a:xfrm>
            <a:off x="6949440" y="4224528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A33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shared, not claimed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6949440" y="4462272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A33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FiLM modulation and BCE + Dice are their design too — we reached the same choices independently.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347472"/>
            <a:ext cx="106372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8C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585216"/>
            <a:ext cx="1063721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seed, at both training-set sizes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1115568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503 held-out dev samples · 8,306 training samples · 12 seeds per configuration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777240" y="1444752"/>
            <a:ext cx="10637215" cy="10973"/>
          </a:xfrm>
          <a:prstGeom prst="rect">
            <a:avLst/>
          </a:prstGeom>
          <a:solidFill>
            <a:srgbClr val="DEDCD7"/>
          </a:solidFill>
          <a:ln/>
        </p:spPr>
      </p:sp>
      <p:pic>
        <p:nvPicPr>
          <p:cNvPr id="6" name="Image 0" descr="img/resul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645920"/>
            <a:ext cx="6446520" cy="3707027"/>
          </a:xfrm>
          <a:prstGeom prst="rect">
            <a:avLst/>
          </a:prstGeom>
        </p:spPr>
      </p:pic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98080" y="1755648"/>
          <a:ext cx="3913632" cy="914400"/>
        </p:xfrm>
        <a:graphic>
          <a:graphicData uri="http://schemas.openxmlformats.org/drawingml/2006/table">
            <a:tbl>
              <a:tblPr/>
              <a:tblGrid>
                <a:gridCol w="1536192"/>
                <a:gridCol w="1225296"/>
                <a:gridCol w="1152144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metric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v2 spatial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v1 global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2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IoU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5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0.2065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5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0.1907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5E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Precision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0.3126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0.2972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Recall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0.3878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F1 / Dice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0.2976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0.2757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7498080" y="3657600"/>
            <a:ext cx="3913632" cy="1481328"/>
          </a:xfrm>
          <a:prstGeom prst="rect">
            <a:avLst/>
          </a:prstGeom>
          <a:solidFill>
            <a:srgbClr val="EAF5EE"/>
          </a:solidFill>
          <a:ln/>
        </p:spPr>
      </p:sp>
      <p:sp>
        <p:nvSpPr>
          <p:cNvPr id="9" name="Text 5"/>
          <p:cNvSpPr/>
          <p:nvPr/>
        </p:nvSpPr>
        <p:spPr>
          <a:xfrm>
            <a:off x="7680960" y="3822192"/>
            <a:ext cx="3566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1B7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 the baselines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7680960" y="4059936"/>
            <a:ext cx="3566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1B7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CLIPSeg  0.1849   +0.0216  p=5.2e-07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1B7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masks  0.1511   +0.0554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1B7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12 seeds clear CLIPSeg.</a:t>
            </a:r>
            <a:endParaRPr lang="en-US" sz="1050" dirty="0"/>
          </a:p>
        </p:txBody>
      </p:sp>
      <p:sp>
        <p:nvSpPr>
          <p:cNvPr id="11" name="Shape 7"/>
          <p:cNvSpPr/>
          <p:nvPr/>
        </p:nvSpPr>
        <p:spPr>
          <a:xfrm>
            <a:off x="777240" y="5742432"/>
            <a:ext cx="10637215" cy="731520"/>
          </a:xfrm>
          <a:prstGeom prst="rect">
            <a:avLst/>
          </a:prstGeom>
          <a:solidFill>
            <a:srgbClr val="EAF5EE"/>
          </a:solidFill>
          <a:ln/>
        </p:spPr>
      </p:sp>
      <p:sp>
        <p:nvSpPr>
          <p:cNvPr id="12" name="Text 8"/>
          <p:cNvSpPr/>
          <p:nvPr/>
        </p:nvSpPr>
        <p:spPr>
          <a:xfrm>
            <a:off x="1069848" y="5888736"/>
            <a:ext cx="1005199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b="1" dirty="0">
                <a:solidFill>
                  <a:srgbClr val="1B7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0.2065 ± 0.0072</a:t>
            </a:r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7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now above CLIPSeg (0.1849) as well as the human masks, at </a:t>
            </a:r>
            <a:pPr indent="0" marL="0">
              <a:lnSpc>
                <a:spcPts val="1500"/>
              </a:lnSpc>
              <a:buNone/>
            </a:pPr>
            <a:r>
              <a:rPr lang="en-US" sz="1100" b="1" dirty="0">
                <a:solidFill>
                  <a:srgbClr val="1B7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32× fewer trainable parameters</a:t>
            </a:r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7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</a:t>
            </a:r>
            <a:pPr indent="0" marL="0">
              <a:lnSpc>
                <a:spcPts val="1500"/>
              </a:lnSpc>
              <a:buNone/>
            </a:pPr>
            <a:r>
              <a:rPr lang="en-US" sz="1100" b="1" dirty="0">
                <a:solidFill>
                  <a:srgbClr val="1B7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10.3× lower per-instruction latency</a:t>
            </a:r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7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 Insertion 0.1186 vs CLIPSeg 0.054 — +120%.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347472"/>
            <a:ext cx="106372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8C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CONFIGURATION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585216"/>
            <a:ext cx="1063721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parameter behind those numbers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1115568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Taken from the source, not from notes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777240" y="1444752"/>
            <a:ext cx="10637215" cy="10973"/>
          </a:xfrm>
          <a:prstGeom prst="rect">
            <a:avLst/>
          </a:prstGeom>
          <a:solidFill>
            <a:srgbClr val="DEDCD7"/>
          </a:solidFill>
          <a:ln/>
        </p:spPr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627632"/>
          <a:ext cx="10637215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834640"/>
                <a:gridCol w="5971032"/>
              </a:tblGrid>
              <a:tr h="3246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group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parameter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2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Supervision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ΔE metric / threshold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CIE76 in L*a*b*  ·  12.0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morph kernel · min component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5×5  ·  40 px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sample filter (changed area)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0.4% – 45%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Representation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input · prototypes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640×640  ·  32 at 160×160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text · image context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512-d CLIP  ·  640-d SPPF   (both frozen)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Head (v2)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coefficient grid · hidden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20×20 bilinear  ·  512  ·  dropout 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Optimisation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AdamW · lr · decay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1e-3 cosine to 0  ·  0.01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batch · loss · clip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  ·  BCE + 2×Dice  ·  norm 1.0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epochs · selection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  ·  best on train-val, never dev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threshold · seeds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 fixed  ·  12 (1368, 1–11)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baseline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CIDAS/clipseg-rd64-refined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777240" y="5779008"/>
            <a:ext cx="10637215" cy="713232"/>
          </a:xfrm>
          <a:prstGeom prst="rect">
            <a:avLst/>
          </a:prstGeom>
          <a:solidFill>
            <a:srgbClr val="F6F5F2"/>
          </a:solidFill>
          <a:ln/>
        </p:spPr>
      </p:sp>
      <p:sp>
        <p:nvSpPr>
          <p:cNvPr id="8" name="Text 5"/>
          <p:cNvSpPr/>
          <p:nvPr/>
        </p:nvSpPr>
        <p:spPr>
          <a:xfrm>
            <a:off x="1069848" y="5943600"/>
            <a:ext cx="1005199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8,306 usable training turns from all 51 MagicBrush shards (8,807 rows, 501 rejected as degenerate).  Splits verified image-disjoint: 794 dev images, 13,317 train, 0 overlap.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347472"/>
            <a:ext cx="106372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8C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OPERATING POINT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585216"/>
            <a:ext cx="1063721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IoU alone hides the precision/recall trade-off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1115568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Threshold chosen on train-val, never on dev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777240" y="1444752"/>
            <a:ext cx="10637215" cy="10973"/>
          </a:xfrm>
          <a:prstGeom prst="rect">
            <a:avLst/>
          </a:prstGeom>
          <a:solidFill>
            <a:srgbClr val="DEDCD7"/>
          </a:solidFill>
          <a:ln/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645920"/>
          <a:ext cx="10637215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2011680"/>
                <a:gridCol w="2103120"/>
                <a:gridCol w="2103120"/>
                <a:gridCol w="2130552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threshold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IoU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precision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recall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predicted area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0.2172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0.2637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0.5775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22.74%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0.2180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0.2818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0.5063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18.10%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  (reported)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5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0.2065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5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0.3126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5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0.3878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5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11.70%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5EE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0.1747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0.3458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0.2750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6.90%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0.1119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0.3705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0.1479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2.74%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777240" y="3913632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changed area is 9.58%, so at 0.5 the model over-predicts slightly.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777240" y="4261104"/>
            <a:ext cx="10637215" cy="1207008"/>
          </a:xfrm>
          <a:prstGeom prst="rect">
            <a:avLst/>
          </a:prstGeom>
          <a:solidFill>
            <a:srgbClr val="EAF5EE"/>
          </a:solidFill>
          <a:ln/>
        </p:spPr>
      </p:sp>
      <p:sp>
        <p:nvSpPr>
          <p:cNvPr id="9" name="Text 6"/>
          <p:cNvSpPr/>
          <p:nvPr/>
        </p:nvSpPr>
        <p:spPr>
          <a:xfrm>
            <a:off x="1069848" y="4425696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1B7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Selected honestly, on the train-val slice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1069848" y="4681728"/>
            <a:ext cx="10051999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7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v2 picks 0.3 (×7) or 0.2 (×5) → dev 0.2185 ± 0.0051, +0.0120 over fixed 0.5 (paired p = 2.9e-07). Insertion rises to 0.134, 63% of its ceiling.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777240" y="5577840"/>
            <a:ext cx="10637215" cy="896112"/>
          </a:xfrm>
          <a:prstGeom prst="rect">
            <a:avLst/>
          </a:prstGeom>
          <a:solidFill>
            <a:srgbClr val="FBEAEA"/>
          </a:solidFill>
          <a:ln/>
        </p:spPr>
      </p:sp>
      <p:sp>
        <p:nvSpPr>
          <p:cNvPr id="12" name="Text 9"/>
          <p:cNvSpPr/>
          <p:nvPr/>
        </p:nvSpPr>
        <p:spPr>
          <a:xfrm>
            <a:off x="1069848" y="5724144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A33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the headline still quotes 0.5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1069848" y="5961888"/>
            <a:ext cx="1005199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A33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CLIPSeg is evaluated at its default threshold, so a tuned comparison would tilt toward us. We report the conservative number. With both heads tuned, the v2 lead narrows from +0.0158 to +0.0093.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347472"/>
            <a:ext cx="106372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8C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DYNAMICS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585216"/>
            <a:ext cx="1063721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best epoch is 2–7 of 60, and language carries the signal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1115568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seeds per head at 8,306 samples · ▼ marks the epoch actually selected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777240" y="1444752"/>
            <a:ext cx="10637215" cy="10973"/>
          </a:xfrm>
          <a:prstGeom prst="rect">
            <a:avLst/>
          </a:prstGeom>
          <a:solidFill>
            <a:srgbClr val="DEDCD7"/>
          </a:solidFill>
          <a:ln/>
        </p:spPr>
      </p:sp>
      <p:pic>
        <p:nvPicPr>
          <p:cNvPr id="6" name="Image 0" descr="img/curv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591056"/>
            <a:ext cx="7223760" cy="4062857"/>
          </a:xfrm>
          <a:prstGeom prst="rect">
            <a:avLst/>
          </a:prstGeom>
        </p:spPr>
      </p:pic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0" y="1700784"/>
          <a:ext cx="3182112" cy="914400"/>
        </p:xfrm>
        <a:graphic>
          <a:graphicData uri="http://schemas.openxmlformats.org/drawingml/2006/table">
            <a:tbl>
              <a:tblPr/>
              <a:tblGrid>
                <a:gridCol w="1143000"/>
                <a:gridCol w="2039112"/>
              </a:tblGrid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Overfits fast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validation IoU peaks at epoch 2–7 then halves by epoch 60, while training loss falls throughout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2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Selection saved it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choosing on a held-out train slice is why the reported numbers hold; the last epoch would have reported half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Language is real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zeroing the instruction collapses IoU from 0.188 to ~0.03 — a gap of +0.158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Reproducible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6 curve seeds reproduced their 12-seed dev IoU exactly, to four decimals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777240" y="5687568"/>
            <a:ext cx="10637215" cy="777240"/>
          </a:xfrm>
          <a:prstGeom prst="rect">
            <a:avLst/>
          </a:prstGeom>
          <a:solidFill>
            <a:srgbClr val="F6F5F2"/>
          </a:solidFill>
          <a:ln/>
        </p:spPr>
      </p:sp>
      <p:sp>
        <p:nvSpPr>
          <p:cNvPr id="9" name="Text 5"/>
          <p:cNvSpPr/>
          <p:nvPr/>
        </p:nvSpPr>
        <p:spPr>
          <a:xfrm>
            <a:off x="1069848" y="5852160"/>
            <a:ext cx="1005199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Latency, resolution-matched at CLIPSeg's native 352 px:  v2 per-instruction 5.30 ms vs 54.3 ms = 10.3×, at 32× fewer trainable parameters.  The backbone runs once per image (33.6 ms); each further instruction costs only the head.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347472"/>
            <a:ext cx="106372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8C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585216"/>
            <a:ext cx="1063721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Editing inside the predicted region — the premise, tested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1115568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 held-out dev samples · one editor (InstructPix2Pix), only the gating mask varies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777240" y="1444752"/>
            <a:ext cx="10637215" cy="10973"/>
          </a:xfrm>
          <a:prstGeom prst="rect">
            <a:avLst/>
          </a:prstGeom>
          <a:solidFill>
            <a:srgbClr val="DEDCD7"/>
          </a:solidFill>
          <a:ln/>
        </p:spPr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719072"/>
          <a:ext cx="10637215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2377440"/>
                <a:gridCol w="2377440"/>
                <a:gridCol w="2039112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gating mask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recall of the edit ↑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collateral change ↓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 ↑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 — whole frame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33.3%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24.2%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+9.1%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ours, as predicted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7.5%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+6.0%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ours, tuned — peak of the sweep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5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22.9%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5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5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+14.2%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5E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MagicBrush human mask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31.5%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+18.5%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ground-truth region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30.2%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+30.1%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777240" y="4114800"/>
            <a:ext cx="5577840" cy="1417320"/>
          </a:xfrm>
          <a:prstGeom prst="rect">
            <a:avLst/>
          </a:prstGeom>
          <a:solidFill>
            <a:srgbClr val="EAF5EE"/>
          </a:solidFill>
          <a:ln/>
        </p:spPr>
      </p:sp>
      <p:sp>
        <p:nvSpPr>
          <p:cNvPr id="8" name="Text 5"/>
          <p:cNvSpPr/>
          <p:nvPr/>
        </p:nvSpPr>
        <p:spPr>
          <a:xfrm>
            <a:off x="1051560" y="4297680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1B7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premise holds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1051560" y="4553712"/>
            <a:ext cx="5029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7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Editing inside the correct region is worth 3.3× — net +30.1% against +9.1% for editing the whole frame. Our tuned mask reaches +14.2%, 1.56× better than the status quo.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629400" y="4114800"/>
            <a:ext cx="4785055" cy="1417320"/>
          </a:xfrm>
          <a:prstGeom prst="rect">
            <a:avLst/>
          </a:prstGeom>
          <a:solidFill>
            <a:srgbClr val="F6F5F2"/>
          </a:solidFill>
          <a:ln/>
        </p:spPr>
      </p:sp>
      <p:sp>
        <p:nvSpPr>
          <p:cNvPr id="11" name="Text 8"/>
          <p:cNvSpPr/>
          <p:nvPr/>
        </p:nvSpPr>
        <p:spPr>
          <a:xfrm>
            <a:off x="6903720" y="429768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8C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the diagnosis is precise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903720" y="4553712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mask is precision-biased — 1.5% collateral but only 7.5% recall, so gating discarded the edit. Dilation trades precision for recall; swept to 200 px, net peaks at 64 px and falls away either side.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777240" y="5687568"/>
            <a:ext cx="106372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Coarse supervision costs at the editing stage too, not only on the mask metric: the MagicBrush mask — measured 9.1× too large — loses 11.6 points of net against the ground-truth region.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347472"/>
            <a:ext cx="106372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8C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CHECKED ON OURSELVES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585216"/>
            <a:ext cx="1063721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number here survived an attempt to break it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188720"/>
            <a:ext cx="10637215" cy="10973"/>
          </a:xfrm>
          <a:prstGeom prst="rect">
            <a:avLst/>
          </a:prstGeom>
          <a:solidFill>
            <a:srgbClr val="DEDCD7"/>
          </a:solidFill>
          <a:ln/>
        </p:spPr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98448"/>
          <a:ext cx="10637215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7982712"/>
              </a:tblGrid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Check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caught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2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Contamination audit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 early headline trained on the evaluation split; retracted in the repository and re-run on disjoint shards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Selection-bias audit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choosing the best epoch by dev IoU had inverted the v1/v2 conclusion; selection moved to a held-out slice of train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Random-basis controls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two proposed improvements — free-space and geometric bases — failed against noise and were dropped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Latency fairness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measured at 640 px against CLIPSeg’s 352 px, and only for v1 — re-measured matched and for the reported head: v2 is 10.3×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Ceiling consistency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headroom figure compared a train-set bound to a dev score; recomputed on dev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Leakage audit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MagicBrush is multi-turn, so before scaling 3.65× we hashed every image on both sides — 0 of 794 dev images appear in train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Threshold selection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dev peaks at 0.3, but adopting it would be test-set tuning; the threshold is chosen on train-val instead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777240" y="4663440"/>
            <a:ext cx="10637215" cy="868680"/>
          </a:xfrm>
          <a:prstGeom prst="rect">
            <a:avLst/>
          </a:prstGeom>
          <a:solidFill>
            <a:srgbClr val="F6F5F2"/>
          </a:solidFill>
          <a:ln/>
        </p:spPr>
      </p:sp>
      <p:sp>
        <p:nvSpPr>
          <p:cNvPr id="7" name="Text 4"/>
          <p:cNvSpPr/>
          <p:nvPr/>
        </p:nvSpPr>
        <p:spPr>
          <a:xfrm>
            <a:off x="1069848" y="4864608"/>
            <a:ext cx="1005199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claims were retracted and two proposed improvements rejected by their own controls. That is why the three results that remain are worth stating.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777240" y="5715000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8C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Known limitation, not yet quantified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777240" y="5943600"/>
            <a:ext cx="106372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remove ceiling on dev rests on 32 samples and carries uncertainty the figure does not show.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347472"/>
            <a:ext cx="106372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8C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FOLLOWS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585216"/>
            <a:ext cx="1063721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months, and the bar each step must clear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188720"/>
            <a:ext cx="10637215" cy="10973"/>
          </a:xfrm>
          <a:prstGeom prst="rect">
            <a:avLst/>
          </a:prstGeom>
          <a:solidFill>
            <a:srgbClr val="DEDCD7"/>
          </a:solidFill>
          <a:ln/>
        </p:spPr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61872"/>
          <a:ext cx="10637215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920240"/>
                <a:gridCol w="4937760"/>
                <a:gridCol w="2313432"/>
              </a:tblGrid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Month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Focus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Deliverable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Must beat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2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· Sep–Oct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Supervision at scale — DONE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51 shards trained: 8,306 turns, 24 seeded runs, 0.1718 → 0.2065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0.1718 — cleared, p=4.1e-09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· Oct–Nov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Features, not heads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exp08/11 show the head is not the insertion bottleneck — test text-conditioned features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random-basis control of equal size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· Nov–Dec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Editing and evaluation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mask-conditioned inpainting; collateral change outside the region — Review 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MagicBrush mask at +18.5% net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777240" y="379476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8C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methodological bar this project already holds itself to</a:t>
            </a:r>
            <a:endParaRPr lang="en-US" sz="1050" dirty="0"/>
          </a:p>
        </p:txBody>
      </p:sp>
      <p:graphicFrame>
        <p:nvGraphicFramePr>
          <p:cNvPr id="2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4050792"/>
          <a:ext cx="10637215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7068312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Every claim reports its ablation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config scoring IoU 0.1429 with delta −0.0012 was a blob predictor ignoring the instruction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Every fix must beat its control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free-space and geometric bases both lost to random noise and were dropped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Every split is disjoint by construction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train and dev come from different shard files, never merged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Every figure regenerates from the data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python train/figures.py reads only the committed result JSONs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194560"/>
          </a:xfrm>
          <a:prstGeom prst="rect">
            <a:avLst/>
          </a:prstGeom>
          <a:solidFill>
            <a:srgbClr val="F6F5F2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713232"/>
            <a:ext cx="106372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777240" y="1499616"/>
            <a:ext cx="106372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are happy to take questions.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77240" y="2633472"/>
            <a:ext cx="2926080" cy="12802"/>
          </a:xfrm>
          <a:prstGeom prst="rect">
            <a:avLst/>
          </a:prstGeom>
          <a:solidFill>
            <a:srgbClr val="8C3A1E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2889504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Amritha S</a:t>
            </a:r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23BEC1368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77240" y="3227832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Yugeshwaran P</a:t>
            </a:r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23BEC1404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77240" y="3712464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  ·  Dr. Saranya M  (54783)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School of Electronics Engineering  ·  VIT Chennai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025335" y="2788920"/>
            <a:ext cx="4389120" cy="1600200"/>
          </a:xfrm>
          <a:prstGeom prst="rect">
            <a:avLst/>
          </a:prstGeom>
          <a:solidFill>
            <a:srgbClr val="EAF5EE"/>
          </a:solidFill>
          <a:ln/>
        </p:spPr>
      </p:sp>
      <p:sp>
        <p:nvSpPr>
          <p:cNvPr id="10" name="Text 8"/>
          <p:cNvSpPr/>
          <p:nvPr/>
        </p:nvSpPr>
        <p:spPr>
          <a:xfrm>
            <a:off x="7253935" y="2971800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1B7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reproduces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7253935" y="3227832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7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github.com/Amritha902/edit-region-prediction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7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experiments  ·  seeded  ·  runs on a MacBook Air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2026-09-13T16:52:03Z</dcterms:created>
  <dcterms:modified xsi:type="dcterms:W3CDTF">2026-09-13T16:52:03Z</dcterms:modified>
</cp:coreProperties>
</file>