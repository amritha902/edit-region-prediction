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30352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Data Science  ·  Review 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841248"/>
            <a:ext cx="10637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Instruction-Guided Edit-Region Prediction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993392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where an instruction says to edit — and measuring why it is hard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487168"/>
            <a:ext cx="2926080" cy="12802"/>
          </a:xfrm>
          <a:prstGeom prst="rect">
            <a:avLst/>
          </a:prstGeom>
          <a:solidFill>
            <a:srgbClr val="8C3A1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7614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Amritha S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23BEC1368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0906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Yugeshwaran P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23BEC1404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621024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 ·  Dr. Saranya M  (54783)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Electronics Engineering  ·  VIT Chennai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16775" y="2697480"/>
            <a:ext cx="4297680" cy="178308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11" name="Text 9"/>
          <p:cNvSpPr/>
          <p:nvPr/>
        </p:nvSpPr>
        <p:spPr>
          <a:xfrm>
            <a:off x="7345375" y="28895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45375" y="314553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 Where You Mean: Region-Aware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Adapter Injection for Mask-Free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Image Editing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45375" y="38953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 et al.  ·  arXiv:2604.23763  ·  April 2026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45375" y="4133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works surveyed  ·  45 from 2024–2026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6400800"/>
            <a:ext cx="12191695" cy="10973"/>
          </a:xfrm>
          <a:prstGeom prst="rect">
            <a:avLst/>
          </a:prstGeom>
          <a:solidFill>
            <a:srgbClr val="DEDCD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612648"/>
            <a:ext cx="106372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editor must decide where to edit before it can edit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77240" y="116128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works on the drawing. Almost nobody measures the decision.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1517904"/>
            <a:ext cx="10637215" cy="10973"/>
          </a:xfrm>
          <a:prstGeom prst="rect">
            <a:avLst/>
          </a:prstGeom>
          <a:solidFill>
            <a:srgbClr val="DEDCD7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83080"/>
          <a:ext cx="106372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206240"/>
                <a:gridCol w="31363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must change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it an existing object?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the jacket blue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jacket, not the person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a part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the cat on the left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instance, by position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but which?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a hat on the man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space above his head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nothing is there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" y="3931920"/>
            <a:ext cx="10637215" cy="86868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8" name="Text 5"/>
          <p:cNvSpPr/>
          <p:nvPr/>
        </p:nvSpPr>
        <p:spPr>
          <a:xfrm>
            <a:off x="1069848" y="4114800"/>
            <a:ext cx="100519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Referring segmentation returns what a phrase denotes. For “put a hat on the man” the phrase denotes the man — the region that must change is above his head.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50292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data-science problem, not only a modelling one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5285232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benchmark scores a predicted edit region. We checked the base paper: the word “IoU” appears once, qualitatively. A 2026 paper whose headline contribution is a MaskPredictor never measures how well it localizes.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612648"/>
            <a:ext cx="106372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AdaptEdit — Edit Where You Mean  (arXiv:2604.23763, April 2026)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77240" y="116128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2026 work that trains a predictor to ground the edit region from the instruction.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1517904"/>
            <a:ext cx="10637215" cy="10973"/>
          </a:xfrm>
          <a:prstGeom prst="rect">
            <a:avLst/>
          </a:prstGeom>
          <a:solidFill>
            <a:srgbClr val="DEDCD7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83080"/>
          <a:ext cx="5943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023360"/>
                <a:gridCol w="14630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Qwen-Image-Edit DiT, 60 blocks — frozen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20.43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Adapters ×60, cross-attn + gate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4.67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 Encoder — mask + Perceiver fusion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351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SpatialGate — learned soft routing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Region-Aware Loss, w = 1 + 2·M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MaskPredictor — FiLM query-grid decoder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086600" y="1783080"/>
            <a:ext cx="4327855" cy="2103120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0" y="19659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A3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stated limitation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315200" y="2249424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33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“Geometry-changing edits with no localized source region (‘put a hat on the dog’ where the dog has no hat): the GT mask covers the new content’s location but there is no clean source signal to ‘protect’ outside it.”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77240" y="416052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and cannot do with it</a:t>
            </a:r>
            <a:endParaRPr lang="en-US" sz="105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434840"/>
          <a:ext cx="1063721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74340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or retrain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20.43 B frozen + 5.0 B trainable needs multi-GPU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reproduce its numbers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reports L1 / L2 / CLIP-I / CLIP-T / DINO on edited images, never a mask IoU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 its formulation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 the region from the instruction; compare on its data, MagicBrush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reimplement its mechanism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MaskPredictor head, at our scale, under matched conditions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612648"/>
            <a:ext cx="106372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supervision the field trains on is 9.1× too coarse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77240" y="116128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528 MagicBrush dev turns, measured against the region that actually changed.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1517904"/>
            <a:ext cx="10637215" cy="10973"/>
          </a:xfrm>
          <a:prstGeom prst="rect">
            <a:avLst/>
          </a:prstGeom>
          <a:solidFill>
            <a:srgbClr val="DEDCD7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83080"/>
          <a:ext cx="1063721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31520"/>
                <a:gridCol w="1600200"/>
                <a:gridCol w="1828800"/>
                <a:gridCol w="1005840"/>
                <a:gridCol w="1188720"/>
                <a:gridCol w="1234440"/>
                <a:gridCol w="167335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mask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actually changed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" y="3840480"/>
            <a:ext cx="10637215" cy="105156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8" name="Text 5"/>
          <p:cNvSpPr/>
          <p:nvPr/>
        </p:nvSpPr>
        <p:spPr>
          <a:xfrm>
            <a:off x="1069848" y="4041648"/>
            <a:ext cx="100519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96.7% — the annotations are correct.  Precision 15.8% — only a sixth of the annotated region actually changes.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region-of-interest scribbles for an inpainting tool, not edit regions. A predictor trained on them learns to emit regions an order of magnitude too large.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50749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of record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5330952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earlier draft claimed insertion regions “cannot be annotated”. That was wrong — MagicBrush annotates them. The defensible claim is the measured one above. The first run of this measurement also had the mask polarity inverted; MagicBrush uses bright = preserve.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612648"/>
            <a:ext cx="106372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skeleton, one mechanism changed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77240" y="116128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71.75 M backbone + frozen CLIP + a 1.4 M trainable head.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1517904"/>
            <a:ext cx="10637215" cy="10973"/>
          </a:xfrm>
          <a:prstGeom prst="rect">
            <a:avLst/>
          </a:prstGeom>
          <a:solidFill>
            <a:srgbClr val="DEDCD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Theirs — decode from learned queries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02996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σ( Upsample( ConvHead( CA(q = γ⊙Q + β,  k,v = φ(features)) ) ) 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learned 16×16 query grid, FiLM-modulated by the instruction, cross-attends to patchified features. Spatial structure is learned from scratch.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— combine an existing basis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33558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σ( Σ cᵢ · protoᵢ + b 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7033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FastSAM already emits 32 prototype masks. The coefficients normally come from a detection — which is why its output can only be an existing object. The instruction predicts them instead: 32 numbers and a bias.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20840" y="1783080"/>
            <a:ext cx="4693615" cy="1874520"/>
          </a:xfrm>
          <a:prstGeom prst="rect">
            <a:avLst/>
          </a:prstGeom>
          <a:solidFill>
            <a:srgbClr val="EAF5EE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0" y="19659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new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49440" y="224028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Coefficients predicted from the instruction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ΔE-derived targets instead of human masks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1.4 M trainable against their 5.0 B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720840" y="3840480"/>
            <a:ext cx="4693615" cy="1874520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40233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A3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shared, not claimed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949440" y="42976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3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modulation and BCE + Dice are their design too — we arrived at the same choices independently, and say so.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612648"/>
            <a:ext cx="106372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basis beats query-grid decoding by 47%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77240" y="116128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inputs, data, loss, schedule and seeds. Only the mask construction differs.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1517904"/>
            <a:ext cx="10637215" cy="10973"/>
          </a:xfrm>
          <a:prstGeom prst="rect">
            <a:avLst/>
          </a:prstGeom>
          <a:solidFill>
            <a:srgbClr val="DEDCD7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83080"/>
          <a:ext cx="106372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371600"/>
                <a:gridCol w="2011680"/>
                <a:gridCol w="1600200"/>
                <a:gridCol w="914400"/>
                <a:gridCol w="914400"/>
                <a:gridCol w="9875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delta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query-grid d=128  (theirs)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402,017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0.1032 ± 0.0052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+0.0521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query-grid d=256  (theirs)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923,489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0.1050 ± 0.0079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+0.0457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coefficients h=512  (ours)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1,399,073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0.1547 ± 0.0045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+0.1260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coefficients h=1024  (ours)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4,368,673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0.1559 ± 0.0116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+0.1287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" y="3794760"/>
            <a:ext cx="5760720" cy="146304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39776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Mechanism, not capacity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51560" y="4233672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families are saturated: theirs gains +0.0018 from 402k → 923k, ours +0.0012 from 1.4M → 4.4M. Tripling parameters does not close a 0.05 gap.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812280" y="3794760"/>
            <a:ext cx="4602175" cy="1463040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11" name="Text 8"/>
          <p:cNvSpPr/>
          <p:nvPr/>
        </p:nvSpPr>
        <p:spPr>
          <a:xfrm>
            <a:off x="7086600" y="39776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A3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limit of the win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086600" y="423367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3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insertion the two are identical: 0.078 vs 0.075. The entire advantage is on modify and remove — where the region is an object.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" y="544068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may not be claimed: “we beat AdaptEdit”. Their MaskPredictor reads a representation built by 5.0 B of adapters, SpatialGate and Region-Aware Loss. This is their mechanism, not their system.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612648"/>
            <a:ext cx="106372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Insertion has a representational ceiling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77240" y="116128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fitted directly to the ground-truth mask — the best any predictor could reach.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1517904"/>
            <a:ext cx="10637215" cy="10973"/>
          </a:xfrm>
          <a:prstGeom prst="rect">
            <a:avLst/>
          </a:prstGeom>
          <a:solidFill>
            <a:srgbClr val="DEDCD7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83080"/>
          <a:ext cx="54864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1280160"/>
                <a:gridCol w="13716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ceiling IoU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fraction reached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520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insertion ceiling is less than half the removal ceiling. No amount of data or training moves a representational limit — which is why insertion alone did not improve when the training set grew 5×.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44348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A3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refutes our own justification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" y="469087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3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argued prototypes are object-agnostic spatial basis functions. They are not — FastSAM trained them on objects, and they span object regions about twice as well as empty space.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720840" y="1783080"/>
            <a:ext cx="4693615" cy="310896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11" name="Text 8"/>
          <p:cNvSpPr/>
          <p:nvPr/>
        </p:nvSpPr>
        <p:spPr>
          <a:xfrm>
            <a:off x="6949440" y="19659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proposed fix failed its control</a:t>
            </a:r>
            <a:endParaRPr lang="en-US" sz="105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2267712"/>
          <a:ext cx="4023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12801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ceiling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prototypes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0.1969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+ 12 geometric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0.3244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+ 12 random  (control)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0.3044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+ 8 free-space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0.2533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6949440" y="391363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random control captures 84% of the gain, and free-space is worse than noise per basis function. The ceiling rises with capacity, not with free-space knowledge. Hypothesis rejected.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612648"/>
            <a:ext cx="106372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system does not yet beat an off-the-shelf baseline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77240" y="116128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503 held-out dev samples, full resolution. Trained on 2,278 disjoint samples.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1517904"/>
            <a:ext cx="10637215" cy="10973"/>
          </a:xfrm>
          <a:prstGeom prst="rect">
            <a:avLst/>
          </a:prstGeom>
          <a:solidFill>
            <a:srgbClr val="DEDCD7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83080"/>
          <a:ext cx="106372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188720"/>
                <a:gridCol w="1463040"/>
                <a:gridCol w="1463040"/>
                <a:gridCol w="1463040"/>
                <a:gridCol w="194767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centred box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frame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 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MagicBrush human masks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CLIPSeg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" y="3840480"/>
            <a:ext cx="10637215" cy="914400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8" name="Text 5"/>
          <p:cNvSpPr/>
          <p:nvPr/>
        </p:nvSpPr>
        <p:spPr>
          <a:xfrm>
            <a:off x="1069848" y="4041648"/>
            <a:ext cx="100519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3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lose. An off-the-shelf CLIPSeg beats us by 50%, and the human masks we called 9.1× too coarse also beat us. We beat only a random box and predicting the whole frame.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48920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hold, cleanly</a:t>
            </a:r>
            <a:endParaRPr lang="en-US" sz="10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5148072"/>
          <a:ext cx="106372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3426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drives the prediction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IoU 0.1471 with the instruction vs 0.0291 with it zeroed — paired t-test p = 1.13 × 10⁻⁷, 8 seeds, held 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insertion we edge CLIPSeg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0.060 vs 0.054 — a referring segmenter returns what a phrase denotes, which is structurally wrong here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contamination bug was caught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earlier headline trained on the evaluation split; it is retracted in the repository, not quietly fixed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FOLLOWS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612648"/>
            <a:ext cx="106372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months, and the bar each step must clear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" y="1243584"/>
            <a:ext cx="10637215" cy="10973"/>
          </a:xfrm>
          <a:prstGeom prst="rect">
            <a:avLst/>
          </a:prstGeom>
          <a:solidFill>
            <a:srgbClr val="DEDCD7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372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920240"/>
                <a:gridCol w="5029200"/>
                <a:gridCol w="22219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Sep–Oct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Supervision at scale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51 MagicBrush shards (~8,800 turns); re-measure the scaling curve on clean splits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2,278-sample result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Oct–Nov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Features, not heads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exp08/11 show the head is not the insertion bottleneck — test text-conditioned features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random-basis control of equal size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Nov–Dec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Editing and evaluation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Mask-conditioned inpainting; collateral change outside the region — Review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CLIPSeg at 0.1849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5262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methodological bar this project has already set</a:t>
            </a:r>
            <a:endParaRPr lang="en-US" sz="10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782312"/>
          <a:ext cx="1063721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7068312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claim reports its ablation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config scoring IoU 0.1429 with delta −0.0012 was a blob predictor ignoring the instruction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fix must beat its control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free-space basis lost to random noise per basis function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split is disjoint by construction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and dev come from different shard files, never merged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73152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77240" y="1517904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happy to take questions.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651760"/>
            <a:ext cx="2926080" cy="12802"/>
          </a:xfrm>
          <a:prstGeom prst="rect">
            <a:avLst/>
          </a:prstGeom>
          <a:solidFill>
            <a:srgbClr val="8C3A1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9260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Amritha S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23BEC1368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2644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Yugeshwaran P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23BEC1404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749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 ·  Dr. Saranya M  (54783)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Electronics Engineering  ·  VIT Chennai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16775" y="2834640"/>
            <a:ext cx="4297680" cy="150876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10" name="Text 8"/>
          <p:cNvSpPr/>
          <p:nvPr/>
        </p:nvSpPr>
        <p:spPr>
          <a:xfrm>
            <a:off x="7345375" y="3017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reproducible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45375" y="327355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github.com/Amritha902/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edit-region-prediction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experiments  ·  seeded  ·  runs on a laptop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2026-09-11T13:06:04Z</dcterms:created>
  <dcterms:modified xsi:type="dcterms:W3CDTF">2026-09-11T13:06:04Z</dcterms:modified>
</cp:coreProperties>
</file>